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8624920"/>
  <p:notesSz cx="862492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9442" cy="8622792"/>
          </a:xfrm>
          <a:prstGeom prst="rect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34333" y="87605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A9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KKIRI  /  PRODUCT REVISION BRIEF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34333" y="1303646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끼리 UI 개편 및 기능 보완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34333" y="2085833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요청서 - PC · 모바일 통합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4333" y="3671066"/>
            <a:ext cx="10429166" cy="2774158"/>
          </a:xfrm>
          <a:prstGeom prst="roundRect">
            <a:avLst>
              <a:gd name="adj" fmla="val 8240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09783" y="3910937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범위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09783" y="4380250"/>
            <a:ext cx="9699124" cy="1981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디자인 시스템과 PC 사이드바/포인트 표시 방식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홈피드, 추천 셀럽, 모바일 하단 메뉴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핑거 PC·모바일 UI와 댓글·채팅 동작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목록, 빈 상태, 신규 대화, 삭제 및 권한 정책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셀럽 설정: 구독관리·정산·웰컴 메시지와 후원순위 TOP 3 복원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34333" y="7070975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색상: Petrol Blue #3F8798  ·  문서일: 2026.10.25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34333" y="7446425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목업 이미지 속 임의 텍스트보다 본 문서의 기능 명세와 문구를 우선 적용합니다.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721"/>
          </a:xfrm>
          <a:prstGeom prst="rect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52746" y="31287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A9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KKIRI PRODUCT REVISION  /  FOUNDATION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52746" y="542317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공통 디자인 시스템 및 내비게이션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52746" y="821818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전달용 UI/기능 명세 - 2026.10.25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06462" y="8218183"/>
            <a:ext cx="1042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2746" y="1460083"/>
            <a:ext cx="5183296" cy="5840333"/>
          </a:xfrm>
          <a:prstGeom prst="roundRect">
            <a:avLst>
              <a:gd name="adj" fmla="val 4410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96771" y="1460083"/>
            <a:ext cx="5652608" cy="5840333"/>
          </a:xfrm>
          <a:prstGeom prst="roundRect">
            <a:avLst>
              <a:gd name="adj" fmla="val 4044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4762" y="1741671"/>
            <a:ext cx="109728" cy="109728"/>
          </a:xfrm>
          <a:prstGeom prst="ellipse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7642" y="1658237"/>
            <a:ext cx="44059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컬러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4762" y="2054546"/>
            <a:ext cx="45888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남녀 크리에이터 모두에게 어울리는 다크 프리미엄 톤. 기존 골드 중심 UI를 아래 팔레트로 교체합니다.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908" y="3118321"/>
            <a:ext cx="417167" cy="292017"/>
          </a:xfrm>
          <a:prstGeom prst="roundRect">
            <a:avLst>
              <a:gd name="adj" fmla="val 25051"/>
            </a:avLst>
          </a:prstGeom>
          <a:solidFill>
            <a:srgbClr val="3F8798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1800" y="3118321"/>
            <a:ext cx="2743200" cy="2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63083" y="3118321"/>
            <a:ext cx="1251500" cy="2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#3F8798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908" y="3566775"/>
            <a:ext cx="417167" cy="292017"/>
          </a:xfrm>
          <a:prstGeom prst="roundRect">
            <a:avLst>
              <a:gd name="adj" fmla="val 25051"/>
            </a:avLst>
          </a:prstGeom>
          <a:solidFill>
            <a:srgbClr val="66A9B7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01800" y="3566775"/>
            <a:ext cx="2743200" cy="2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Highlight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63083" y="3566775"/>
            <a:ext cx="1251500" cy="2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#66A9B7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908" y="4015229"/>
            <a:ext cx="417167" cy="292017"/>
          </a:xfrm>
          <a:prstGeom prst="roundRect">
            <a:avLst>
              <a:gd name="adj" fmla="val 25051"/>
            </a:avLst>
          </a:prstGeom>
          <a:solidFill>
            <a:srgbClr val="233E44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01800" y="4015229"/>
            <a:ext cx="2743200" cy="2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963083" y="4015229"/>
            <a:ext cx="1251500" cy="2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#233E44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6908" y="4463683"/>
            <a:ext cx="417167" cy="292017"/>
          </a:xfrm>
          <a:prstGeom prst="roundRect">
            <a:avLst>
              <a:gd name="adj" fmla="val 25051"/>
            </a:avLst>
          </a:prstGeom>
          <a:solidFill>
            <a:srgbClr val="090D10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501800" y="4463683"/>
            <a:ext cx="2743200" cy="2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963083" y="4463683"/>
            <a:ext cx="1251500" cy="2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#090D10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6908" y="4912137"/>
            <a:ext cx="417167" cy="292017"/>
          </a:xfrm>
          <a:prstGeom prst="roundRect">
            <a:avLst>
              <a:gd name="adj" fmla="val 25051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1800" y="4912137"/>
            <a:ext cx="2743200" cy="2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3083" y="4912137"/>
            <a:ext cx="1251500" cy="2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#11181D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6908" y="5360591"/>
            <a:ext cx="417167" cy="292017"/>
          </a:xfrm>
          <a:prstGeom prst="roundRect">
            <a:avLst>
              <a:gd name="adj" fmla="val 25051"/>
            </a:avLst>
          </a:prstGeom>
          <a:solidFill>
            <a:srgbClr val="F3F5F6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501800" y="5360591"/>
            <a:ext cx="2743200" cy="2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963083" y="5360591"/>
            <a:ext cx="1251500" cy="2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#F3F5F6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6908" y="5809046"/>
            <a:ext cx="417167" cy="292017"/>
          </a:xfrm>
          <a:prstGeom prst="roundRect">
            <a:avLst>
              <a:gd name="adj" fmla="val 25051"/>
            </a:avLst>
          </a:prstGeom>
          <a:solidFill>
            <a:srgbClr val="8E999F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01800" y="5809046"/>
            <a:ext cx="2743200" cy="2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963083" y="5809046"/>
            <a:ext cx="1251500" cy="2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#8E999F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6908" y="6257500"/>
            <a:ext cx="417167" cy="292017"/>
          </a:xfrm>
          <a:prstGeom prst="roundRect">
            <a:avLst>
              <a:gd name="adj" fmla="val 25051"/>
            </a:avLst>
          </a:prstGeom>
          <a:solidFill>
            <a:srgbClr val="253038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501800" y="6257500"/>
            <a:ext cx="2743200" cy="2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Border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963083" y="6257500"/>
            <a:ext cx="1251500" cy="29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#253038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88787" y="1741671"/>
            <a:ext cx="109728" cy="109728"/>
          </a:xfrm>
          <a:prstGeom prst="ellipse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71667" y="1658237"/>
            <a:ext cx="482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공통 레이아웃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6288787" y="2054546"/>
            <a:ext cx="500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페이지에 동일하게 적용합니다.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288787" y="2607292"/>
            <a:ext cx="5006000" cy="3337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페이지 최상단의 포인트/상태 바를 제거합니다.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포인트는 왼쪽 사이드바 상단에 기존 아이콘 + 잔액 + ‘충전’ 버튼 형태로만 표시합니다.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상단의 기존 KKIRI 토끼 로고와 KKIRI 워드마크를 유지합니다.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순서: 홈 / 탐색 / 핑거 / 메시지 / 마이 / 설정.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ChatGPT와 같은 사이드바 접기 버튼을 제공합니다. 펼침 상태는 아이콘+메뉴명, 접힘 상태는 아이콘만 남기고 본문 폭을 확장합니다.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접힘 상태에서 아이콘 hover 시 툴팁을 표시하고 마지막 상태를 저장합니다.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88787" y="6153208"/>
            <a:ext cx="4922566" cy="855192"/>
          </a:xfrm>
          <a:prstGeom prst="roundRect">
            <a:avLst>
              <a:gd name="adj" fmla="val 21385"/>
            </a:avLst>
          </a:prstGeom>
          <a:solidFill>
            <a:srgbClr val="233E44"/>
          </a:solidFill>
          <a:ln w="15875">
            <a:solidFill>
              <a:srgbClr val="3F879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39087" y="6153208"/>
            <a:ext cx="4421966" cy="8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기준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C4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이동 시 상단 상태 바가 다시 나타나지 않아야 함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721"/>
          </a:xfrm>
          <a:prstGeom prst="rect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52746" y="31287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A9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KKIRI PRODUCT REVISION  /  HOME FEED / PC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52746" y="542317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PC 홈피드 - 최종 구성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52746" y="821818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전달용 UI/기능 명세 - 2026.10.25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06462" y="8218183"/>
            <a:ext cx="1042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2746" y="1407937"/>
            <a:ext cx="7248270" cy="6090633"/>
          </a:xfrm>
          <a:prstGeom prst="roundRect">
            <a:avLst>
              <a:gd name="adj" fmla="val 3753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82604" y="1407937"/>
            <a:ext cx="3566775" cy="6090633"/>
          </a:xfrm>
          <a:prstGeom prst="roundRect">
            <a:avLst>
              <a:gd name="adj" fmla="val 6409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pic>
        <p:nvPicPr>
          <p:cNvPr id="9" name="Image 0" descr="PC 홈피드 목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256" y="2085833"/>
            <a:ext cx="6883250" cy="458883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74620" y="1689525"/>
            <a:ext cx="109728" cy="109728"/>
          </a:xfrm>
          <a:prstGeom prst="ellipse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57500" y="1606092"/>
            <a:ext cx="2841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구조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374620" y="2002400"/>
            <a:ext cx="3024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사이드바 / 중앙 피드 / 우측 추천 셀럽의 3단 구조입니다.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374620" y="2450854"/>
            <a:ext cx="3024458" cy="490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상단 배너 영역 유지: 운영용 이미지 슬라이더/캐러셀.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 탭: 전체 / 팔로잉 / 구독 중.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‘전체’에는 모든 크리에이터의 전체공개 게시물을 최신순으로 노출합니다.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‘팔로잉’은 팔로우 계정 게시물, ‘구독 중’은 유료 구독 계정 게시물만 표시합니다.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피드 카드의 콘텐츠 폭은 첨부 기준처럼 약 520px(max-width)로 중앙 정렬합니다.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게시물 1개에는 사진 또는 영상 1개만 표시합니다. 미디어는 카드 폭 100%, 높이 auto로 원본 비율을 유지하며 콜라주형 UI는 사용하지 않습니다.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게시물 목록형/그리드형 보기 전환 버튼을 제공합니다.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‘인기 셀럽’을 ‘추천 셀럽’으로 변경하고 ‘인기 글’ 영역은 완전히 제거합니다.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9612" y="7665437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참고용 목업. 실제 로고·프로필·게시물 데이터는 서비스 자산을 사용합니다.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721"/>
          </a:xfrm>
          <a:prstGeom prst="rect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52746" y="31287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A9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KKIRI PRODUCT REVISION  /  HOME FEED / MOBILE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52746" y="542317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모바일 홈피드 및 추천 셀럽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52746" y="821818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전달용 UI/기능 명세 - 2026.10.25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06462" y="8218183"/>
            <a:ext cx="1042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2746" y="1491371"/>
            <a:ext cx="3504200" cy="5944625"/>
          </a:xfrm>
          <a:prstGeom prst="roundRect">
            <a:avLst>
              <a:gd name="adj" fmla="val 6524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8962" y="1491371"/>
            <a:ext cx="3441625" cy="5944625"/>
          </a:xfrm>
          <a:prstGeom prst="roundRect">
            <a:avLst>
              <a:gd name="adj" fmla="val 6642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82604" y="1491371"/>
            <a:ext cx="3566775" cy="5944625"/>
          </a:xfrm>
          <a:prstGeom prst="roundRect">
            <a:avLst>
              <a:gd name="adj" fmla="val 6409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pic>
        <p:nvPicPr>
          <p:cNvPr id="10" name="Image 0" descr="모바일 홈피드 목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771" y="1616521"/>
            <a:ext cx="2628150" cy="569432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30550" y="1762529"/>
            <a:ext cx="109728" cy="109728"/>
          </a:xfrm>
          <a:prstGeom prst="ellipse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13430" y="1679096"/>
            <a:ext cx="27372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홈피드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630550" y="2075404"/>
            <a:ext cx="29201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 영역은 제거하고 검색 중심의 상단 헤더로 구성합니다.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630550" y="2555146"/>
            <a:ext cx="2972312" cy="4797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상단: 기존 KKIRI 로고 + 검색창 + 햄버거 메뉴.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탭: 전체 / 팔로잉 / 구독 중.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콘텐츠는 한 열 피드로 표시합니다.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게시물 사이에 ‘추천 셀럽’ 가로 스와이프 영역을 삽입합니다. 상단 스토리와는 별개입니다.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배경+원형 프로필+닉네임/아이디 카드. 다음 카드 일부를 노출하고 직접 좌우로 넘깁니다. 자동 전환 없이, 터치 시 셀럽 페이지로 이동합니다.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메뉴는 아이콘만 표시: 홈 / 탐색 / 핑거 / 메시지 / 프로필.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 아이콘은 일반 사람 아이콘이 아니라 로그인 사용자의 원형 프로필 사진으로 표시합니다.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설정은 하단 메뉴에서 제외하고 마이 페이지 안으로 이동합니다.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374620" y="1762529"/>
            <a:ext cx="109728" cy="109728"/>
          </a:xfrm>
          <a:prstGeom prst="ellipse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57500" y="1679096"/>
            <a:ext cx="2841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셀럽 카드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374620" y="2075404"/>
            <a:ext cx="3024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끼리의 카드 구조를 그대로 유지하되 새 색상만 적용합니다.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374620" y="2555146"/>
            <a:ext cx="3024458" cy="31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배경 사진 + 겹쳐진 원형 프로필 사진 + 닉네임/@아이디 정보 띠.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우측에는 5개 카드, 하단에 전체 너비 ‘전체보기’ 버튼.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전체보기 클릭 시 기존 추천 셀럽 페이지 방식으로 이동합니다.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4열, 모바일 2열 그리드. 카드에는 배경·프로필·닉네임·아이디·사진/영상 수를 표시합니다.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클릭 시 해당 크리에이터 프로필로 이동합니다.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374620" y="5579604"/>
            <a:ext cx="3024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F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페이지 참고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F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old.kkiri.me/html/recommend_celeb.php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721"/>
          </a:xfrm>
          <a:prstGeom prst="rect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52746" y="31287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A9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KKIRI PRODUCT REVISION  /  FINGER / PC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52746" y="542317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핑거 PC - 기본 상태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52746" y="821818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전달용 UI/기능 명세 - 2026.10.25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06462" y="8218183"/>
            <a:ext cx="1042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2746" y="1533087"/>
            <a:ext cx="7644579" cy="5840333"/>
          </a:xfrm>
          <a:prstGeom prst="roundRect">
            <a:avLst>
              <a:gd name="adj" fmla="val 3914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89341" y="1533087"/>
            <a:ext cx="3160037" cy="5840333"/>
          </a:xfrm>
          <a:prstGeom prst="roundRect">
            <a:avLst>
              <a:gd name="adj" fmla="val 7234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pic>
        <p:nvPicPr>
          <p:cNvPr id="9" name="Image 0" descr="핑거 PC 기본 상태 목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25" y="2201081"/>
            <a:ext cx="7373420" cy="41497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791787" y="1814675"/>
            <a:ext cx="109728" cy="109728"/>
          </a:xfrm>
          <a:prstGeom prst="ellipse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74667" y="1731242"/>
            <a:ext cx="2424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동작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791787" y="2127550"/>
            <a:ext cx="26072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댓글을 열기 전의 기본 상태입니다.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91787" y="2607292"/>
            <a:ext cx="2607292" cy="458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공통 포인트 바 제거, 포인트는 좌측 사이드바에만 표시.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9:16 세로 영상을 화면 높이에 맞춰 크게 중앙 배치.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액션 레일: 프로필/팔로우, 좋아요, 댓글, 공유, 북마크, 채팅, 음소거.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크리에이터 계정 옆에 팔로우 버튼 제공.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메뉴와 접기 동작은 공통 사양을 그대로 적용.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19612" y="752985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목업은 배치와 상호작용 기준이며, 실제 영상·문구·수치는 운영 데이터로 치환합니다.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721"/>
          </a:xfrm>
          <a:prstGeom prst="rect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52746" y="31287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A9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KKIRI PRODUCT REVISION  /  FINGER / COMMENTS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52746" y="542317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핑거 댓글 패널 - PC와 모바일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52746" y="821818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전달용 UI/기능 명세 - 2026.10.25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06462" y="8218183"/>
            <a:ext cx="1042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2746" y="1553946"/>
            <a:ext cx="6956254" cy="3452054"/>
          </a:xfrm>
          <a:prstGeom prst="roundRect">
            <a:avLst>
              <a:gd name="adj" fmla="val 6622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2746" y="5287587"/>
            <a:ext cx="6956254" cy="2148408"/>
          </a:xfrm>
          <a:prstGeom prst="roundRect">
            <a:avLst>
              <a:gd name="adj" fmla="val 10640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67883" y="1553946"/>
            <a:ext cx="3191325" cy="5882050"/>
          </a:xfrm>
          <a:prstGeom prst="roundRect">
            <a:avLst>
              <a:gd name="adj" fmla="val 7163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pic>
        <p:nvPicPr>
          <p:cNvPr id="10" name="Image 0" descr="핑거 PC 댓글 패널 목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861" y="1668667"/>
            <a:ext cx="5536024" cy="3222612"/>
          </a:xfrm>
          <a:prstGeom prst="rect">
            <a:avLst/>
          </a:prstGeom>
        </p:spPr>
      </p:pic>
      <p:pic>
        <p:nvPicPr>
          <p:cNvPr id="11" name="Image 1" descr="핑거 모바일 댓글 바텀시트 목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033" y="1882115"/>
            <a:ext cx="2941025" cy="52257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3904" y="5485741"/>
            <a:ext cx="109728" cy="109728"/>
          </a:xfrm>
          <a:prstGeom prst="ellipse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006784" y="5402308"/>
            <a:ext cx="6074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열림 동작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823904" y="6048916"/>
            <a:ext cx="6257500" cy="125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PC: 댓글 버튼 클릭 시 영상이 왼쪽으로 이동하고 오른쪽에 고정 댓글 패널을 엽니다.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모바일: 하단에서 위로 올라오는 바텀시트(화면 높이 약 55~65%)로 표시합니다.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바텀시트는 드래그, X, 배경 탭으로 닫을 수 있고 댓글 목록만 스크롤됩니다.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입력창은 패널 하단에 고정합니다.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8082604" y="7613291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댓글 바텀시트 예시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721"/>
          </a:xfrm>
          <a:prstGeom prst="rect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52746" y="31287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A9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KKIRI PRODUCT REVISION  /  MESSAGES / ACTIVE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52746" y="542317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 메시지 - 대화가 있는 상태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52746" y="821818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전달용 UI/기능 명세 - 2026.10.25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06462" y="8218183"/>
            <a:ext cx="1042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2746" y="1585233"/>
            <a:ext cx="7529858" cy="5360591"/>
          </a:xfrm>
          <a:prstGeom prst="roundRect">
            <a:avLst>
              <a:gd name="adj" fmla="val 4264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74620" y="1585233"/>
            <a:ext cx="3274758" cy="5360591"/>
          </a:xfrm>
          <a:prstGeom prst="roundRect">
            <a:avLst>
              <a:gd name="adj" fmla="val 6981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pic>
        <p:nvPicPr>
          <p:cNvPr id="9" name="Image 0" descr="메시지 대화 상태 목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886" y="1825104"/>
            <a:ext cx="7245577" cy="40778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66637" y="1866821"/>
            <a:ext cx="109728" cy="109728"/>
          </a:xfrm>
          <a:prstGeom prst="ellipse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849517" y="1783387"/>
            <a:ext cx="25287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구성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666637" y="2179696"/>
            <a:ext cx="27115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3열 구조: 공통 사이드바 / 대화 목록 / 현재 대화.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66637" y="2607292"/>
            <a:ext cx="2732442" cy="427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목록: 프로필, 닉네임/@아이디, 마지막 메시지, 시간, 미확인 배지.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검색과 전체/안 읽음 필터, 최신 대화 우선 정렬.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메뉴: 상단 고정, 알림 설정, 대화 삭제, 차단, 신고.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채팅방: 프로필 헤더, 첨부, 시간, 읽음 상태, 날짜 구분선, 이전 메시지 불러오기.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모바일은 목록과 채팅방을 각각 전체 화면으로 표시하고 뒤로가기로 이동합니다.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메시지 아이콘에는 전체 미확인 수 배지를 표시합니다.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19612" y="710226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목업의 샘플 날짜·대화 내용은 기능 명세가 아닙니다.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721"/>
          </a:xfrm>
          <a:prstGeom prst="rect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52746" y="31287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A9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KKIRI PRODUCT REVISION  /  MESSAGES / EMPTY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52746" y="542317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 메시지 - 빈 상태와 새 대화 시작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52746" y="821818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전달용 UI/기능 명세 - 2026.10.25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06462" y="8218183"/>
            <a:ext cx="1042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2746" y="1595662"/>
            <a:ext cx="5360591" cy="3483341"/>
          </a:xfrm>
          <a:prstGeom prst="roundRect">
            <a:avLst>
              <a:gd name="adj" fmla="val 6563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8787" y="1595662"/>
            <a:ext cx="5360591" cy="3483341"/>
          </a:xfrm>
          <a:prstGeom prst="roundRect">
            <a:avLst>
              <a:gd name="adj" fmla="val 6563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2746" y="5360591"/>
            <a:ext cx="5360591" cy="2075404"/>
          </a:xfrm>
          <a:prstGeom prst="roundRect">
            <a:avLst>
              <a:gd name="adj" fmla="val 11015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88787" y="5360591"/>
            <a:ext cx="5360591" cy="2075404"/>
          </a:xfrm>
          <a:prstGeom prst="roundRect">
            <a:avLst>
              <a:gd name="adj" fmla="val 11015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pic>
        <p:nvPicPr>
          <p:cNvPr id="11" name="Image 0" descr="메시지 빈 상태 목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25" y="1905169"/>
            <a:ext cx="5089433" cy="2864328"/>
          </a:xfrm>
          <a:prstGeom prst="rect">
            <a:avLst/>
          </a:prstGeom>
        </p:spPr>
      </p:pic>
      <p:pic>
        <p:nvPicPr>
          <p:cNvPr id="12" name="Image 1" descr="새 메시지 검색 목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366" y="1905169"/>
            <a:ext cx="5089433" cy="286432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3904" y="5548316"/>
            <a:ext cx="109728" cy="109728"/>
          </a:xfrm>
          <a:prstGeom prst="ellipse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06784" y="5464883"/>
            <a:ext cx="45102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상태 문구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823904" y="5944625"/>
            <a:ext cx="4797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진행 중인 메시지가 없습니다.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크리에이터를 검색해 새로운 대화를 시작해보세요.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3904" y="6685095"/>
            <a:ext cx="2419567" cy="438025"/>
          </a:xfrm>
          <a:prstGeom prst="roundRect">
            <a:avLst>
              <a:gd name="adj" fmla="val 20876"/>
            </a:avLst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3904" y="6685095"/>
            <a:ext cx="2419567" cy="438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메시지 시작하기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559945" y="5548316"/>
            <a:ext cx="109728" cy="109728"/>
          </a:xfrm>
          <a:prstGeom prst="ellipse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742825" y="5464883"/>
            <a:ext cx="461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클릭 후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6559945" y="5861191"/>
            <a:ext cx="4797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탐색 페이지로 보내지 않고 메시지 화면 안에서 검색 UI를 엽니다.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559945" y="6320075"/>
            <a:ext cx="4797416" cy="1042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검색창: ‘크리에이터 이름 또는 아이디 검색’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전에는 결과를 숨기고, 입력 후 일치 결과를 아래에 표시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선택 시 새 채팅방 생성, 닫기 시 빈 상태로 복귀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721"/>
          </a:xfrm>
          <a:prstGeom prst="rect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52746" y="31287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A9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KKIRI PRODUCT REVISION  /  MESSAGES / RULES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52746" y="542317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08. 메시지 삭제 · 권한 정책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52746" y="821818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전달용 UI/기능 명세 - 2026.10.25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06462" y="8218183"/>
            <a:ext cx="1042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2746" y="1637379"/>
            <a:ext cx="5298016" cy="5506600"/>
          </a:xfrm>
          <a:prstGeom prst="roundRect">
            <a:avLst>
              <a:gd name="adj" fmla="val 4315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42779" y="1637379"/>
            <a:ext cx="5506600" cy="5506600"/>
          </a:xfrm>
          <a:prstGeom prst="roundRect">
            <a:avLst>
              <a:gd name="adj" fmla="val 4151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4762" y="1929396"/>
            <a:ext cx="109728" cy="109728"/>
          </a:xfrm>
          <a:prstGeom prst="ellipse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7642" y="1845962"/>
            <a:ext cx="45102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삭제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4762" y="2242271"/>
            <a:ext cx="46931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오해하지 않도록 확인창과 삭제 범위를 명확히 합니다.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44762" y="2972312"/>
            <a:ext cx="4693125" cy="396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목록의 더보기 메뉴와 채팅방 설정에서 ‘대화 삭제’를 제공합니다.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전 확인 모달을 표시합니다.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동작은 내 목록에서 숨기는 소프트 삭제입니다. 상대방 기록과 서버 원본은 삭제하지 않습니다.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후 새 메시지가 오면 대화 목록에 다시 나타납니다.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차단/신고는 삭제와 별도 기능으로 유지합니다.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34795" y="1929396"/>
            <a:ext cx="109728" cy="109728"/>
          </a:xfrm>
          <a:prstGeom prst="ellipse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17675" y="1845962"/>
            <a:ext cx="4718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크리에이터 수신 설정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34795" y="2242271"/>
            <a:ext cx="4901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크리에이터가 메시지 수신 대상을 선택할 수 있어야 합니다.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34795" y="2972312"/>
            <a:ext cx="4901708" cy="166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팔로워만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구독자만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받지 않음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34795" y="4880850"/>
            <a:ext cx="4640979" cy="1282787"/>
          </a:xfrm>
          <a:prstGeom prst="roundRect">
            <a:avLst>
              <a:gd name="adj" fmla="val 14256"/>
            </a:avLst>
          </a:prstGeom>
          <a:solidFill>
            <a:srgbClr val="233E44"/>
          </a:solidFill>
          <a:ln w="15875">
            <a:solidFill>
              <a:srgbClr val="3F879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95525" y="5006000"/>
            <a:ext cx="4171666" cy="57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구독자 전용인 경우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9C4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구독자만 메시지를 보낼 수 있습니다.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95525" y="5663037"/>
            <a:ext cx="1908537" cy="354592"/>
          </a:xfrm>
          <a:prstGeom prst="roundRect">
            <a:avLst>
              <a:gd name="adj" fmla="val 20630"/>
            </a:avLst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5525" y="5663037"/>
            <a:ext cx="1908537" cy="35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구독하고 채팅하기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721"/>
          </a:xfrm>
          <a:prstGeom prst="rect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52746" y="31287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A9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KKIRI PRODUCT REVISION  /  CELEB SETTINGS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52746" y="542317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09. 셀럽 설정 - 누락 메뉴 복원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52746" y="821818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전달용 UI/기능 명세 - 2026.10.25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06462" y="8218183"/>
            <a:ext cx="1042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2746" y="1533087"/>
            <a:ext cx="4088233" cy="5809046"/>
          </a:xfrm>
          <a:prstGeom prst="roundRect">
            <a:avLst>
              <a:gd name="adj" fmla="val 5592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2996" y="1533087"/>
            <a:ext cx="6716383" cy="5809046"/>
          </a:xfrm>
          <a:prstGeom prst="roundRect">
            <a:avLst>
              <a:gd name="adj" fmla="val 3935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pic>
        <p:nvPicPr>
          <p:cNvPr id="9" name="Image 0" descr="기존 끼리 셀럽 설정 메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042" y="1878707"/>
            <a:ext cx="3754500" cy="508651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45871" y="1814675"/>
            <a:ext cx="109728" cy="109728"/>
          </a:xfrm>
          <a:prstGeom prst="ellipse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28751" y="1731242"/>
            <a:ext cx="5866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방향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245871" y="2127550"/>
            <a:ext cx="60489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끼리의 셀럽 설정 구조와 기능 흐름을 기준으로 누락된 페이지를 신규 버전에 복원합니다. 화면 스타일은 새 다크/페트롤 컬러와 공통 사이드바를 적용합니다.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8446" y="2961883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구독관리 (펼침 메뉴)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308446" y="3337333"/>
            <a:ext cx="5944625" cy="1303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구독료 설정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은행계좌 설정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내역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구독자 리스트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영상통화 금액 설정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308446" y="4713983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정산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308446" y="5068575"/>
            <a:ext cx="5944625" cy="31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페이지를 독립 메뉴로 제공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308446" y="5412737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웰컴 메시지 관리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08446" y="5767329"/>
            <a:ext cx="5944625" cy="31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구독자/대상에게 보낸 자동 환영 메시지 관리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245871" y="6257500"/>
            <a:ext cx="6090633" cy="803046"/>
          </a:xfrm>
          <a:prstGeom prst="roundRect">
            <a:avLst>
              <a:gd name="adj" fmla="val 22773"/>
            </a:avLst>
          </a:prstGeom>
          <a:solidFill>
            <a:srgbClr val="233E44"/>
          </a:solidFill>
          <a:ln w="15875">
            <a:solidFill>
              <a:srgbClr val="3F879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96171" y="6257500"/>
            <a:ext cx="5590033" cy="803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원칙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C4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기능은 유지하되 정보 구조·반응형·새 컬러만 일관되게 개선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721"/>
          </a:xfrm>
          <a:prstGeom prst="rect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52746" y="31287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A9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KKIRI PRODUCT REVISION  /  CELEB SETTINGS / ROUTES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52746" y="542317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기존 페이지 참조 경로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52746" y="821818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전달용 UI/기능 명세 - 2026.10.25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06462" y="8218183"/>
            <a:ext cx="1042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2746" y="1585233"/>
            <a:ext cx="11096633" cy="5610891"/>
          </a:xfrm>
          <a:prstGeom prst="roundRect">
            <a:avLst>
              <a:gd name="adj" fmla="val 4074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475" y="1845962"/>
          <a:ext cx="10575174" cy="914400"/>
        </p:xfrm>
        <a:graphic>
          <a:graphicData uri="http://schemas.openxmlformats.org/drawingml/2006/table">
            <a:tbl>
              <a:tblPr/>
              <a:tblGrid>
                <a:gridCol w="2607292"/>
                <a:gridCol w="7967883"/>
              </a:tblGrid>
              <a:tr h="4797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5F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3E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5F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참조 URL / 비고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3E44"/>
                    </a:solidFill>
                  </a:tcPr>
                </a:tc>
              </a:tr>
              <a:tr h="4797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5F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구독료 설정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A9B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old.kkiri.me/html/subscribe_setting_select.php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0"/>
                    </a:solidFill>
                  </a:tcPr>
                </a:tc>
              </a:tr>
              <a:tr h="4797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5F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은행계좌 설정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A9B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old.kkiri.me/html/bank_setting.php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61A"/>
                    </a:solidFill>
                  </a:tcPr>
                </a:tc>
              </a:tr>
              <a:tr h="4797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5F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수익 내역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A9B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old.kkiri.me/html/benefit_list.php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0"/>
                    </a:solidFill>
                  </a:tcPr>
                </a:tc>
              </a:tr>
              <a:tr h="4797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5F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구독자 리스트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A9B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old.kkiri.me/html/subscribe_list.php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61A"/>
                    </a:solidFill>
                  </a:tcPr>
                </a:tc>
              </a:tr>
              <a:tr h="4797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5F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영상통화 금액 설정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A9B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old.kkiri.me/html/subscribe_kkiri_setting.php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0"/>
                    </a:solidFill>
                  </a:tcPr>
                </a:tc>
              </a:tr>
              <a:tr h="4797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5F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6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A9B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old.kkiri.me/html/jungsan.php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61A"/>
                    </a:solidFill>
                  </a:tcPr>
                </a:tc>
              </a:tr>
              <a:tr h="4797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3F5F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웰컴 메시지 관리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A9B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old.kkiri.me/html/direct_message.php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B20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13475" y="6299216"/>
            <a:ext cx="10575174" cy="761329"/>
          </a:xfrm>
          <a:prstGeom prst="roundRect">
            <a:avLst>
              <a:gd name="adj" fmla="val 24021"/>
            </a:avLst>
          </a:prstGeom>
          <a:solidFill>
            <a:srgbClr val="233E44"/>
          </a:solidFill>
          <a:ln w="15875">
            <a:solidFill>
              <a:srgbClr val="3F879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63775" y="6299216"/>
            <a:ext cx="10074574" cy="761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확인 완료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C4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영상통화 금액 설정은 subscribe_kkiri_setting.php로 연결합니다. 구독자 리스트 링크와 다릅니다.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721"/>
          </a:xfrm>
          <a:prstGeom prst="rect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52746" y="31287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A9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KKIRI PRODUCT REVISION  /  FINAL CHECK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52746" y="542317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셀럽 페이지 변경 및 완료 기준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52746" y="821818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전달용 UI/기능 명세 - 2026.10.25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06462" y="8218183"/>
            <a:ext cx="1042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2746" y="1637379"/>
            <a:ext cx="11096633" cy="2982742"/>
          </a:xfrm>
          <a:prstGeom prst="roundRect">
            <a:avLst>
              <a:gd name="adj" fmla="val 7664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2746" y="4912137"/>
            <a:ext cx="11096633" cy="2523858"/>
          </a:xfrm>
          <a:prstGeom prst="roundRect">
            <a:avLst>
              <a:gd name="adj" fmla="val 9058"/>
            </a:avLst>
          </a:prstGeom>
          <a:solidFill>
            <a:srgbClr val="11181D"/>
          </a:solidFill>
          <a:ln w="12700">
            <a:solidFill>
              <a:srgbClr val="2530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4762" y="1929396"/>
            <a:ext cx="109728" cy="109728"/>
          </a:xfrm>
          <a:prstGeom prst="ellipse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7642" y="1845962"/>
            <a:ext cx="9203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셀럽 페이지 - 후원 순위 TOP 3 복원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4762" y="2242271"/>
            <a:ext cx="93862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끼리 셀럽 페이지에 있던 ‘후원 순위 TOP 3’ 영역이 현재 새 버전에는 없습니다. 기존 방식대로 다시 구현합니다.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44762" y="2941025"/>
            <a:ext cx="10220583" cy="14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산정 기준, 노출 정보, 정렬 및 클릭 동작은 기존 끼리 방식을 그대로 따릅니다.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1위부터 3위까지 순위가 명확히 구분되도록 기존 구성으로 표시합니다.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PC와 모바일 모두 복원하고, 색상과 스타일만 새 다크·페트롤 디자인에 맞춥니다.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4762" y="5204154"/>
            <a:ext cx="109728" cy="109728"/>
          </a:xfrm>
          <a:prstGeom prst="ellipse">
            <a:avLst/>
          </a:prstGeom>
          <a:solidFill>
            <a:srgbClr val="3F8798"/>
          </a:solidFill>
          <a:ln w="12700">
            <a:solidFill>
              <a:srgbClr val="3F879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27642" y="5120721"/>
            <a:ext cx="50317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5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완료 체크리스트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44762" y="5736041"/>
            <a:ext cx="187725" cy="187725"/>
          </a:xfrm>
          <a:prstGeom prst="rect">
            <a:avLst/>
          </a:prstGeom>
          <a:solidFill>
            <a:srgbClr val="11181D"/>
          </a:solidFill>
          <a:ln w="19050">
            <a:solidFill>
              <a:srgbClr val="3F879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57637" y="5631750"/>
            <a:ext cx="4797416" cy="396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상단 포인트 바가 전 페이지에서 제거되고 사이드바 포인트 표시만 남았는가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26212" y="5736041"/>
            <a:ext cx="187725" cy="187725"/>
          </a:xfrm>
          <a:prstGeom prst="rect">
            <a:avLst/>
          </a:prstGeom>
          <a:solidFill>
            <a:srgbClr val="11181D"/>
          </a:solidFill>
          <a:ln w="19050">
            <a:solidFill>
              <a:srgbClr val="3F879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9087" y="5631750"/>
            <a:ext cx="4797416" cy="396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홈·핑거·메시지·셀럽 설정이 동일한 색상과 사이드바 규칙을 사용하는가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4762" y="6257500"/>
            <a:ext cx="187725" cy="187725"/>
          </a:xfrm>
          <a:prstGeom prst="rect">
            <a:avLst/>
          </a:prstGeom>
          <a:solidFill>
            <a:srgbClr val="11181D"/>
          </a:solidFill>
          <a:ln w="19050">
            <a:solidFill>
              <a:srgbClr val="3F879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57637" y="6153208"/>
            <a:ext cx="4797416" cy="396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PC와 모바일의 댓글·메시지·내비게이션 동작이 명세대로 분리되는가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26212" y="6257500"/>
            <a:ext cx="187725" cy="187725"/>
          </a:xfrm>
          <a:prstGeom prst="rect">
            <a:avLst/>
          </a:prstGeom>
          <a:solidFill>
            <a:srgbClr val="11181D"/>
          </a:solidFill>
          <a:ln w="19050">
            <a:solidFill>
              <a:srgbClr val="3F879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9087" y="6153208"/>
            <a:ext cx="4797416" cy="396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셀럽 전체보기와 모든 설정 메뉴의 라우팅·권한·데이터가 정상 동작하는가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4762" y="6778958"/>
            <a:ext cx="187725" cy="187725"/>
          </a:xfrm>
          <a:prstGeom prst="rect">
            <a:avLst/>
          </a:prstGeom>
          <a:solidFill>
            <a:srgbClr val="11181D"/>
          </a:solidFill>
          <a:ln w="19050">
            <a:solidFill>
              <a:srgbClr val="3F879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57637" y="6674666"/>
            <a:ext cx="4797416" cy="396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영상통화 금액 설정을 subscribe_kkiri_setting.php로 연결했는가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26212" y="6778958"/>
            <a:ext cx="187725" cy="187725"/>
          </a:xfrm>
          <a:prstGeom prst="rect">
            <a:avLst/>
          </a:prstGeom>
          <a:solidFill>
            <a:srgbClr val="11181D"/>
          </a:solidFill>
          <a:ln w="19050">
            <a:solidFill>
              <a:srgbClr val="3F879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9087" y="6674666"/>
            <a:ext cx="4797416" cy="396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A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셀럽 페이지 후원 순위 TOP 3가 기존 끼리 방식대로 복원되었는가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563545" y="7592433"/>
            <a:ext cx="20858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A9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 OF BRIEF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2026-10-28T01:30:04Z</dcterms:created>
  <dcterms:modified xsi:type="dcterms:W3CDTF">2026-10-28T01:30:04Z</dcterms:modified>
</cp:coreProperties>
</file>